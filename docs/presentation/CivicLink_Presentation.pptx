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31 of 34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get a reference, follow it live, confirm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assign, escalate, suburb alerts,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Accounts</a:t>
            </a:r>
            <a:r>
              <a:rPr sz="1700">
                <a:solidFill>
                  <a:srgbClr val="475569"/>
                </a:solidFill>
              </a:rPr>
              <a:t> Google sign-in, password reset, profile, POPIA self-deletion with anonymised records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Reach</a:t>
            </a:r>
            <a:r>
              <a:rPr sz="1700">
                <a:solidFill>
                  <a:srgbClr val="475569"/>
                </a:solidFill>
              </a:rPr>
              <a:t> web push to phones, "Me too" on the map, installable app that opens offline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Deferred on purpose</a:t>
            </a:r>
            <a:r>
              <a:rPr sz="1700">
                <a:solidFill>
                  <a:srgbClr val="475569"/>
                </a:solidFill>
              </a:rPr>
              <a:t> push and SMS, offline drafts, scheduled alerts: not verifiable in the assessment environment</a:t>
            </a:r>
          </a:p>
        </p:txBody>
      </p:sp>
      <p:pic>
        <p:nvPicPr>
          <p:cNvPr id="7" name="Picture 6" descr="state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3093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29405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Node command API</a:t>
            </a:r>
            <a:r>
              <a:rPr sz="1500">
                <a:solidFill>
                  <a:srgbClr val="475569"/>
                </a:solidFill>
              </a:rPr>
              <a:t> one registry of 26 commands: auth, roles, Zod validation, transactions; served by Vercel (deployed) or Cloud Functions (local)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Free tier</a:t>
            </a:r>
            <a:r>
              <a:rPr sz="1500">
                <a:solidFill>
                  <a:srgbClr val="475569"/>
                </a:solidFill>
              </a:rPr>
              <a:t> Vercel + Firebase Spark; photos stored in Firestore; emulator for offline demo and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Two 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8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D3: Free-tier deployment without Cloud Functions</a:t>
            </a:r>
            <a:r>
              <a:rPr sz="1800">
                <a:solidFill>
                  <a:srgbClr val="475569"/>
                </a:solidFill>
              </a:rPr>
              <a:t> Firebase Spark + a Node API on Vercel; photos compressed to ≤ 700 KB and stored in Firestore with real-type checks. One command registry, two adapters, and CI runs every E2E test through both.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Also:</a:t>
            </a:r>
            <a:r>
              <a:rPr sz="1800">
                <a:solidFill>
                  <a:srgbClr val="475569"/>
                </a:solidFill>
              </a:rPr>
              <a:t> Leaflet + OpenStreetMap instead of Google Maps (no billing); React SPA instead of Next.js (no server rendering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143 automated tests, all green in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(30)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analytics;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(20)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(79)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command; push with a fake sender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 + PWA (15)</a:t>
            </a:r>
            <a:r>
              <a:rPr sz="1600">
                <a:solidFill>
                  <a:srgbClr val="475569"/>
                </a:solidFill>
              </a:rPr>
              <a:t> full lifecycle across 3 browsers, duplicates, Me too, alerts, access denied, Google sign-in, POPIA deletion, offline install; Chrome and Firefox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2.5 s (target 5 s), screens &lt; 1.1 s, p95 command 28 ms, 0 WCAG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20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0.09 s to the official, 2.47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push and SMS for residents who are not in the app;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